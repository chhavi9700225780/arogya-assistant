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9B127-01D4-4D4F-863C-CFFB95BF292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031D3-1EF9-4144-BFF8-8186022680EA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5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6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7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8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9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0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1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2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3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4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chhav</cp:lastModifiedBy>
  <cp:revision>2</cp:revision>
  <dcterms:created xsi:type="dcterms:W3CDTF">2025-12-10T11:34:00Z</dcterms:created>
  <dcterms:modified xsi:type="dcterms:W3CDTF">2025-12-10T13:38:22Z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C6F61823C48842AA814CE1C21D571D96_12</vt:lpwstr>
  </property>
  <property fmtid="{D5CDD505-2E9C-101B-9397-08002B2CF9AE}" pid="3" name="KSOProductBuildVer">
    <vt:lpwstr>1033-12.2.0.23155</vt:lpwstr>
  </property>
</Properties>
</file>